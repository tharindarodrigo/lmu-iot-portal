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are presenting our cloud IoT energy monitoring and automation platform.</a:t>
            </a:r>
          </a:p>
          <a:p>
            <a:r>
              <a:t>The key point is that this system does not stop at visualization. It takes telemetry, evaluates a rule, sends a control command, and verifies the response.</a:t>
            </a:r>
          </a:p>
          <a:p>
            <a:r>
              <a:t>For the demo, we will use a simulated energy device so you can see the same end-to-end flow used for real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we solved is operational delay.</a:t>
            </a:r>
          </a:p>
          <a:p>
            <a:r>
              <a:t>In many IoT setups, teams watch dashboards and manually react. Our objective was to make this deterministic.</a:t>
            </a:r>
          </a:p>
          <a:p>
            <a:r>
              <a:t>We implemented a 15-minute energy rule that triggers control only when the condition is met, and we record every decision and outcome for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diagram shows the full path.</a:t>
            </a:r>
          </a:p>
          <a:p>
            <a:r>
              <a:t>Devices publish telemetry through MQTT-style topics, ingestion validates and stores canonical records, and automation evaluates rules before dispatching control commands.</a:t>
            </a:r>
          </a:p>
          <a:p>
            <a:r>
              <a:t>Dashboards and reports read from the same data source, so monitoring, control, and evidence stay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firmware side, we use a shared runtime and separate device modules.</a:t>
            </a:r>
          </a:p>
          <a:p>
            <a:r>
              <a:t>The shared runtime handles WiFi, MQTT, presence, and reconnect behavior. The RGB module handles control and acknowledgments, and the PZEM module handles Modbus telemetry polling.</a:t>
            </a:r>
          </a:p>
          <a:p>
            <a:r>
              <a:t>This approach makes onboarding new devices faster and keeps v1 meter behavior safely read-only.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rule in our demo: the 15-minute consumption delta is MAX(total_energy_kwh) minus MIN(total_energy_kwh).</a:t>
            </a:r>
          </a:p>
          <a:p>
            <a:r>
              <a:t>If that value crosses the threshold, the workflow dispatches an RGB alert command. If it does not cross, no command is sent.</a:t>
            </a:r>
          </a:p>
          <a:p>
            <a:r>
              <a:t>Both branches are explicit and every step is logged through run records and command lifecycle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for the demo flow.</a:t>
            </a:r>
          </a:p>
          <a:p>
            <a:r>
              <a:t>We start from a normal baseline, publish simulated meter telemetry with rising energy values, and observe real-time updates and rule evaluation.</a:t>
            </a:r>
          </a:p>
          <a:p>
            <a:r>
              <a:t>Then we verify command dispatch and acknowledgment, and finish with reporting evidence plus a safe negative-path case where no command is triggered.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architecture is designed to scale beyond the classroom demo.</a:t>
            </a:r>
          </a:p>
          <a:p>
            <a:r>
              <a:t>Ingestion, automation, and reporting workloads can scale independently, and the containerized design stays cloud-agnostic and Kubernetes-ready.</a:t>
            </a:r>
          </a:p>
          <a:p>
            <a:r>
              <a:t>That gives us a practical path from prototype behavior to production-style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we demonstrated a full-loop IoT workflow: ingest, decide, act, and verify.</a:t>
            </a:r>
          </a:p>
          <a:p>
            <a:r>
              <a:t>The platform combines automation with traceability, so outcomes are operationally useful and auditable.</a:t>
            </a:r>
          </a:p>
          <a:p>
            <a:r>
              <a:t>The same architecture and firmware pattern can be reused for future devices and larger deployments. Thank you, and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Cloud IoT Energy Monitoring and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Presentation and live demonstration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293B"/>
                </a:solidFill>
                <a:latin typeface="Aptos"/>
              </a:defRPr>
            </a:pPr>
            <a:r>
              <a:t>End-to-end system: telemetry ingestion, 15-minute rule evaluation, automated control, and auditable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424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Single integrated platform boundary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Simulated energy device for live proof of behavior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Focus on operational correctness and traceability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Problem and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From passive monitoring to automated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Many IoT deployments stop at dashboards and manual intervention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Operational reaction is delayed when humans must inspect every change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This project implements a deterministic telemetry-to-action loop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Goal: trigger control behavior based on validated 15-minute energy conditions</a:t>
            </a:r>
          </a:p>
          <a:p>
            <a:pPr>
              <a:spcAft>
                <a:spcPts val="10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• All outcomes must be traceable through run and command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End-to-End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A single telemetry substrate for ingestion, automation, control, and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120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Devices publish telemetry over MQTT-style topic contracts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Ingestion validates and persists canonical telemetry records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Automation evaluates conditions and dispatches control commands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Dashboard and reporting consume the same consistent data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2-end-to-end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615" y="1577339"/>
            <a:ext cx="3976368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1888" y="603504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Architecture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Firmware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Reusable ESP32 runtime with modular device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Common runtime handles WiFi, MQTT, presence, and reconnect behavior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RGB actuator module implements control + state acknowledgment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PZEM meter module implements RS485 Modbus telemetry polling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Read-only meter path in v1 avoids unsafe write-side effects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4-io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1785461"/>
            <a:ext cx="5257800" cy="37899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1888" y="603504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Telemetry dashboard 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Automation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15-minute window rule with deterministic branching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120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Rule: MAX(total_energy_kwh) - MIN(total_energy_kwh) over 15 minutes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Threshold pass branch dispatches an RGB alert command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Threshold fail branch correctly avoids control side effects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Command lifecycle is reconciled with device feedback for auditability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3-automation-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201703"/>
            <a:ext cx="5257800" cy="295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1888" y="603504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Automation DAG and condition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Simulation-first proof of end-to-end behavior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Start from normal baseline with no active alert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Publish simulated meter telemetry with rising energy values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Observe real-time dashboard updates and rule evaluation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Verify command dispatch and device acknowledgment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Show reporting evidence and a safe negative-path case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5-device-control-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075735"/>
            <a:ext cx="5257800" cy="3209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1888" y="603504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Control lifecycle and feedback reconciliation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Deployment and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Cloud-agnostic architecture with Kubernetes-ready separation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1206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Workloads can scale independently across ingestion, automation, and reporting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Containerized service boundaries support managed Kubernetes platforms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Queue-backed processing smooths spikes in telemetry and export requests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• Contract-driven onboarding supports future device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77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eployment-architecture-a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1610260"/>
            <a:ext cx="5257800" cy="4140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61888" y="603504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Portable deployment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68096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Full-loop IoT operations demonstrated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743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  <a:latin typeface="Aptos"/>
              </a:defRPr>
            </a:pPr>
            <a:r>
              <a:t>• Telemetry is converted into deterministic automated control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  <a:latin typeface="Aptos"/>
              </a:defRPr>
            </a:pPr>
            <a:r>
              <a:t>• The platform provides clear operational and audit evidence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  <a:latin typeface="Aptos"/>
              </a:defRPr>
            </a:pPr>
            <a:r>
              <a:t>• Architecture and firmware patterns are reusable for future growth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  <a:latin typeface="Aptos"/>
              </a:defRPr>
            </a:pPr>
            <a:r>
              <a:t>• Result: ingest, decide, act, and verify within one coherent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E293B"/>
                </a:solidFill>
                <a:latin typeface="Aptos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